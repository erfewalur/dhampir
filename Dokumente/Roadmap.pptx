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208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AA5B93-BF31-4674-84A7-1720DE6855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58C33F8-A405-49BD-B196-088BBD52B2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96D8013-EB42-4B2F-B627-BB1927397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8C3DC-8175-478E-A87A-86E1B723F5F9}" type="datetimeFigureOut">
              <a:rPr lang="de-DE" smtClean="0"/>
              <a:t>05.10.2025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77E578-85FD-4492-9A94-18BE4667E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FFECB0-21C9-4205-96DC-4FA049154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A1BF-CF4C-4200-A687-08321AFE9CE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9479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53480F-71DE-4A25-AFEF-701CD3B16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8408B6-9536-4FB8-970F-8E1BB17F6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FDD93D-28AC-43B7-91EE-4063C5683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8C3DC-8175-478E-A87A-86E1B723F5F9}" type="datetimeFigureOut">
              <a:rPr lang="de-DE" smtClean="0"/>
              <a:t>05.10.2025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535B8C-53F2-419F-B955-F47D783A7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DE831F-31E0-4462-897E-0B88B0186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A1BF-CF4C-4200-A687-08321AFE9CE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6095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9FCB76-0144-4667-8350-5ED675F9D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FEBE00B-0025-498B-A6C1-9062C7855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DE1A00-6B5B-4B11-A1E5-208373F5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8C3DC-8175-478E-A87A-86E1B723F5F9}" type="datetimeFigureOut">
              <a:rPr lang="de-DE" smtClean="0"/>
              <a:t>05.10.2025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D2DB06-5D47-4479-A50E-F68227A4A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8DCCBF-4E34-4A33-B314-8DE17BFF6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A1BF-CF4C-4200-A687-08321AFE9CE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4450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A014A5-DB0D-4336-A731-8C19607D2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03044B-6C42-4485-A7A6-4F5CB17D45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AE42EF6-C63A-45F4-8770-F7F0AC042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A79000E-7B82-489A-B3CF-63589DE56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8C3DC-8175-478E-A87A-86E1B723F5F9}" type="datetimeFigureOut">
              <a:rPr lang="de-DE" smtClean="0"/>
              <a:t>05.10.2025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52B5E77-B385-4226-9FC4-7955E09AA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1D9EC08-9FE7-4B46-8DEC-FA6FB91E1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A1BF-CF4C-4200-A687-08321AFE9CE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8161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F9889A-1EBD-433E-B9E5-2898E302E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FEC5F94-BACA-483E-8D83-EA14C04E4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F3296C0-53BB-4FCF-ACF9-6AA0EEE047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EBA2EDE-6371-4BE6-93D9-8242D75CC6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225705F-B080-4500-A387-25C485E81D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34816DF-0F92-493E-9CDC-9EB14F3C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8C3DC-8175-478E-A87A-86E1B723F5F9}" type="datetimeFigureOut">
              <a:rPr lang="de-DE" smtClean="0"/>
              <a:t>05.10.2025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4C32429-6F0C-4683-8AE4-1DF0C6FF3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5D2C2C0-A50C-4971-A60D-E6BBB44EB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A1BF-CF4C-4200-A687-08321AFE9CE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490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A4A3F2-BB10-4B22-8B99-8B3B8EC62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61AAE8F-FF9A-426C-B066-EDF6A49F4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8C3DC-8175-478E-A87A-86E1B723F5F9}" type="datetimeFigureOut">
              <a:rPr lang="de-DE" smtClean="0"/>
              <a:t>05.10.2025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C8B7346-1733-4675-84D1-C954574C6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D22C0EB-4702-4F74-8D87-825BA6100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A1BF-CF4C-4200-A687-08321AFE9CE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9706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BCC8B37-BC27-46B6-BF0B-C96CCD0B1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8C3DC-8175-478E-A87A-86E1B723F5F9}" type="datetimeFigureOut">
              <a:rPr lang="de-DE" smtClean="0"/>
              <a:t>05.10.2025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09ABA37-D3E9-4D01-AB5A-63695092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00A4500-C527-4A8C-9792-DA15ABAFE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A1BF-CF4C-4200-A687-08321AFE9CE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3457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C50432-C6E0-4830-B5DF-44AADE4DC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2EE9CB-6019-44B8-ADD2-CA03B651E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388DD84-9F4E-4734-BFD6-4BA2912EC5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9ECF259-AEC6-4320-8A71-8E54316BA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8C3DC-8175-478E-A87A-86E1B723F5F9}" type="datetimeFigureOut">
              <a:rPr lang="de-DE" smtClean="0"/>
              <a:t>05.10.2025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CF6C9DD-6763-4F36-A00A-1C2B1C38A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E1D436B-CE2C-480B-A760-D056ADB6C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A1BF-CF4C-4200-A687-08321AFE9CE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4924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6C0486-0E17-429A-8AF2-DB814B5BB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E0AF6BE-F331-4187-88D1-837BE99AD6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899F8F-08DD-4AAD-AC03-44EEFF7672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796472A-09AA-4CD5-8407-0EE231912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8C3DC-8175-478E-A87A-86E1B723F5F9}" type="datetimeFigureOut">
              <a:rPr lang="de-DE" smtClean="0"/>
              <a:t>05.10.2025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CC0E8F6-3E60-461F-BCAA-90AA9587D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1E044F8-F172-4188-8317-CB25025B5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A1BF-CF4C-4200-A687-08321AFE9CE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274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DB3D8F-BE8C-4D05-8204-3D9C64672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CCAC411-1438-4DC6-909B-B40B81BEEA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0E8B36E-1C41-4E47-BE60-745C62A9E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8C3DC-8175-478E-A87A-86E1B723F5F9}" type="datetimeFigureOut">
              <a:rPr lang="de-DE" smtClean="0"/>
              <a:t>05.10.2025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974875-BDE0-4F57-978C-607BC5823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1CC63C2-48B8-45E1-997E-D1762EE6F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A1BF-CF4C-4200-A687-08321AFE9CE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8374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B4B4E21-E241-45AF-B27D-5F3A544C80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71AA228-A9C2-45C0-9A49-D5D5976FEF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8F562A-9121-4B66-8140-CA8427983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8C3DC-8175-478E-A87A-86E1B723F5F9}" type="datetimeFigureOut">
              <a:rPr lang="de-DE" smtClean="0"/>
              <a:t>05.10.2025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6EB6CD-4486-4054-AA84-E7DBD4777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F288C7-E71A-4838-ACC1-67FAAD4F4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A1BF-CF4C-4200-A687-08321AFE9CE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3830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8EEA2AE-BBA3-4164-ADAD-85B8EC04D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0C1CA6F-E983-4780-BAAC-E9006FFAB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8FE8EB-2DC3-4BC3-BA5D-85466F6CFC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8C3DC-8175-478E-A87A-86E1B723F5F9}" type="datetimeFigureOut">
              <a:rPr lang="de-DE" smtClean="0"/>
              <a:t>05.10.2025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78EF900-3E0B-4096-A411-5F381D1915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118FC7-6040-4448-B0B2-F667649630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4AA1BF-CF4C-4200-A687-08321AFE9CE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3098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CED09D-7CC5-4D4E-98E2-32EACC75D5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83DF340-EF07-45EC-9CD6-A268FBC304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5329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rafik 53">
            <a:extLst>
              <a:ext uri="{FF2B5EF4-FFF2-40B4-BE49-F238E27FC236}">
                <a16:creationId xmlns:a16="http://schemas.microsoft.com/office/drawing/2014/main" id="{E2DE127E-C948-476A-B2A1-03B466489D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341"/>
            <a:ext cx="12192000" cy="677731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F0D9260-BF62-4A65-91C2-23DD1A3FF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8036" y="283209"/>
            <a:ext cx="6212911" cy="501555"/>
          </a:xfrm>
          <a:solidFill>
            <a:schemeClr val="bg1">
              <a:lumMod val="75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de-DE" sz="3600" dirty="0">
                <a:latin typeface="Blackadder ITC" panose="04020505051007020D02" pitchFamily="82" charset="0"/>
                <a:cs typeface="Times New Roman" panose="02020603050405020304" pitchFamily="18" charset="0"/>
              </a:rPr>
              <a:t>Dhampir Roadmap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934B98CD-3A76-4776-BD5F-CEFA25681690}"/>
              </a:ext>
            </a:extLst>
          </p:cNvPr>
          <p:cNvGrpSpPr/>
          <p:nvPr/>
        </p:nvGrpSpPr>
        <p:grpSpPr>
          <a:xfrm>
            <a:off x="838200" y="974727"/>
            <a:ext cx="1553227" cy="616080"/>
            <a:chOff x="838200" y="974727"/>
            <a:chExt cx="1553227" cy="616080"/>
          </a:xfrm>
        </p:grpSpPr>
        <p:sp>
          <p:nvSpPr>
            <p:cNvPr id="4" name="Titel 1">
              <a:extLst>
                <a:ext uri="{FF2B5EF4-FFF2-40B4-BE49-F238E27FC236}">
                  <a16:creationId xmlns:a16="http://schemas.microsoft.com/office/drawing/2014/main" id="{80459321-ED38-4EAA-9FC7-DFA87601C4E8}"/>
                </a:ext>
              </a:extLst>
            </p:cNvPr>
            <p:cNvSpPr txBox="1">
              <a:spLocks/>
            </p:cNvSpPr>
            <p:nvPr/>
          </p:nvSpPr>
          <p:spPr>
            <a:xfrm>
              <a:off x="838200" y="974727"/>
              <a:ext cx="1553227" cy="32171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de-DE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Jahr 1</a:t>
              </a:r>
            </a:p>
          </p:txBody>
        </p:sp>
        <p:cxnSp>
          <p:nvCxnSpPr>
            <p:cNvPr id="6" name="Gerade Verbindung mit Pfeil 5">
              <a:extLst>
                <a:ext uri="{FF2B5EF4-FFF2-40B4-BE49-F238E27FC236}">
                  <a16:creationId xmlns:a16="http://schemas.microsoft.com/office/drawing/2014/main" id="{75F09B38-F4EB-4297-9B7F-F3E1354B4111}"/>
                </a:ext>
              </a:extLst>
            </p:cNvPr>
            <p:cNvCxnSpPr>
              <a:cxnSpLocks/>
              <a:stCxn id="4" idx="2"/>
            </p:cNvCxnSpPr>
            <p:nvPr/>
          </p:nvCxnSpPr>
          <p:spPr>
            <a:xfrm>
              <a:off x="1614814" y="1296445"/>
              <a:ext cx="0" cy="294362"/>
            </a:xfrm>
            <a:prstGeom prst="straightConnector1">
              <a:avLst/>
            </a:prstGeom>
            <a:ln w="76200"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990B8408-847F-4C18-B164-364C546CD3F2}"/>
              </a:ext>
            </a:extLst>
          </p:cNvPr>
          <p:cNvGrpSpPr/>
          <p:nvPr/>
        </p:nvGrpSpPr>
        <p:grpSpPr>
          <a:xfrm>
            <a:off x="5497879" y="1001760"/>
            <a:ext cx="1553227" cy="736228"/>
            <a:chOff x="838200" y="974727"/>
            <a:chExt cx="1553227" cy="736228"/>
          </a:xfrm>
        </p:grpSpPr>
        <p:sp>
          <p:nvSpPr>
            <p:cNvPr id="10" name="Titel 1">
              <a:extLst>
                <a:ext uri="{FF2B5EF4-FFF2-40B4-BE49-F238E27FC236}">
                  <a16:creationId xmlns:a16="http://schemas.microsoft.com/office/drawing/2014/main" id="{0F2465C8-16C6-4B69-BEB6-AE52482F395C}"/>
                </a:ext>
              </a:extLst>
            </p:cNvPr>
            <p:cNvSpPr txBox="1">
              <a:spLocks/>
            </p:cNvSpPr>
            <p:nvPr/>
          </p:nvSpPr>
          <p:spPr>
            <a:xfrm>
              <a:off x="838200" y="974727"/>
              <a:ext cx="1553227" cy="435386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de-DE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Jahr 3</a:t>
              </a:r>
            </a:p>
            <a:p>
              <a:pPr algn="ctr"/>
              <a:r>
                <a:rPr lang="de-DE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Early Access Start</a:t>
              </a:r>
            </a:p>
          </p:txBody>
        </p:sp>
        <p:cxnSp>
          <p:nvCxnSpPr>
            <p:cNvPr id="11" name="Gerade Verbindung mit Pfeil 10">
              <a:extLst>
                <a:ext uri="{FF2B5EF4-FFF2-40B4-BE49-F238E27FC236}">
                  <a16:creationId xmlns:a16="http://schemas.microsoft.com/office/drawing/2014/main" id="{D937F53D-0B63-488A-945C-98EF64BECDEE}"/>
                </a:ext>
              </a:extLst>
            </p:cNvPr>
            <p:cNvCxnSpPr>
              <a:cxnSpLocks/>
            </p:cNvCxnSpPr>
            <p:nvPr/>
          </p:nvCxnSpPr>
          <p:spPr>
            <a:xfrm>
              <a:off x="1614814" y="1416593"/>
              <a:ext cx="0" cy="294362"/>
            </a:xfrm>
            <a:prstGeom prst="straightConnector1">
              <a:avLst/>
            </a:prstGeom>
            <a:ln w="76200"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4B14D6B4-8CD5-4954-9FD9-C3AF6B202C57}"/>
              </a:ext>
            </a:extLst>
          </p:cNvPr>
          <p:cNvGrpSpPr/>
          <p:nvPr/>
        </p:nvGrpSpPr>
        <p:grpSpPr>
          <a:xfrm>
            <a:off x="3168037" y="974727"/>
            <a:ext cx="1553227" cy="616080"/>
            <a:chOff x="838200" y="974727"/>
            <a:chExt cx="1553227" cy="616080"/>
          </a:xfrm>
        </p:grpSpPr>
        <p:sp>
          <p:nvSpPr>
            <p:cNvPr id="16" name="Titel 1">
              <a:extLst>
                <a:ext uri="{FF2B5EF4-FFF2-40B4-BE49-F238E27FC236}">
                  <a16:creationId xmlns:a16="http://schemas.microsoft.com/office/drawing/2014/main" id="{1684C9BB-61AE-4DEC-B851-5C63AFD54FC9}"/>
                </a:ext>
              </a:extLst>
            </p:cNvPr>
            <p:cNvSpPr txBox="1">
              <a:spLocks/>
            </p:cNvSpPr>
            <p:nvPr/>
          </p:nvSpPr>
          <p:spPr>
            <a:xfrm>
              <a:off x="838200" y="974727"/>
              <a:ext cx="1553227" cy="32171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de-DE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Jahr 2</a:t>
              </a:r>
            </a:p>
          </p:txBody>
        </p:sp>
        <p:cxnSp>
          <p:nvCxnSpPr>
            <p:cNvPr id="17" name="Gerade Verbindung mit Pfeil 16">
              <a:extLst>
                <a:ext uri="{FF2B5EF4-FFF2-40B4-BE49-F238E27FC236}">
                  <a16:creationId xmlns:a16="http://schemas.microsoft.com/office/drawing/2014/main" id="{005D8BDC-0C15-418C-9035-E80270D2A87F}"/>
                </a:ext>
              </a:extLst>
            </p:cNvPr>
            <p:cNvCxnSpPr>
              <a:cxnSpLocks/>
              <a:stCxn id="16" idx="2"/>
            </p:cNvCxnSpPr>
            <p:nvPr/>
          </p:nvCxnSpPr>
          <p:spPr>
            <a:xfrm>
              <a:off x="1614814" y="1296445"/>
              <a:ext cx="0" cy="294362"/>
            </a:xfrm>
            <a:prstGeom prst="straightConnector1">
              <a:avLst/>
            </a:prstGeom>
            <a:ln w="7620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hteck 20">
            <a:extLst>
              <a:ext uri="{FF2B5EF4-FFF2-40B4-BE49-F238E27FC236}">
                <a16:creationId xmlns:a16="http://schemas.microsoft.com/office/drawing/2014/main" id="{E19EB70F-DAAD-4ED4-81AE-4B092D08A930}"/>
              </a:ext>
            </a:extLst>
          </p:cNvPr>
          <p:cNvSpPr/>
          <p:nvPr/>
        </p:nvSpPr>
        <p:spPr>
          <a:xfrm>
            <a:off x="281842" y="1912029"/>
            <a:ext cx="2417517" cy="4213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4DFDD7D8-BA2F-4188-996E-1B0EE69F5E91}"/>
              </a:ext>
            </a:extLst>
          </p:cNvPr>
          <p:cNvSpPr/>
          <p:nvPr/>
        </p:nvSpPr>
        <p:spPr>
          <a:xfrm>
            <a:off x="2699359" y="1912028"/>
            <a:ext cx="2417516" cy="42138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D8B63C09-77ED-4DE8-A6F9-356891763A32}"/>
              </a:ext>
            </a:extLst>
          </p:cNvPr>
          <p:cNvSpPr txBox="1"/>
          <p:nvPr/>
        </p:nvSpPr>
        <p:spPr>
          <a:xfrm>
            <a:off x="407095" y="2051399"/>
            <a:ext cx="1572016" cy="44627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900" b="1" dirty="0"/>
              <a:t>Game Design</a:t>
            </a:r>
          </a:p>
          <a:p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Überarbeitung der Story zu einem 12 Stündigen Hauptstory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EC0D7555-02B7-4F44-BA8E-8AE6C1A9BF79}"/>
              </a:ext>
            </a:extLst>
          </p:cNvPr>
          <p:cNvSpPr txBox="1"/>
          <p:nvPr/>
        </p:nvSpPr>
        <p:spPr>
          <a:xfrm>
            <a:off x="1002081" y="2623421"/>
            <a:ext cx="1639867" cy="76944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900" b="1" dirty="0"/>
              <a:t>Game Art &amp; Programmierung</a:t>
            </a:r>
          </a:p>
          <a:p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Erstellung der Startumgebungen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Schulhof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Hausumgebung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Erste Friedhofsumgebung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Gruft Umgebung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71BE46D9-41F8-4FC3-8385-D788877678D2}"/>
              </a:ext>
            </a:extLst>
          </p:cNvPr>
          <p:cNvSpPr txBox="1"/>
          <p:nvPr/>
        </p:nvSpPr>
        <p:spPr>
          <a:xfrm>
            <a:off x="407094" y="3518608"/>
            <a:ext cx="1572017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900" b="1" dirty="0"/>
              <a:t>Game Design</a:t>
            </a:r>
          </a:p>
          <a:p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Erstellung der Nebenstorys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0EDB8719-8C0A-463A-AFAE-4D18FEEE55AC}"/>
              </a:ext>
            </a:extLst>
          </p:cNvPr>
          <p:cNvSpPr txBox="1"/>
          <p:nvPr/>
        </p:nvSpPr>
        <p:spPr>
          <a:xfrm>
            <a:off x="1002080" y="3982908"/>
            <a:ext cx="1639867" cy="76944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900" b="1" dirty="0"/>
              <a:t>Game Art &amp; Programmierung</a:t>
            </a:r>
          </a:p>
          <a:p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Erstellung der Charaktere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Hauptcharakter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Verbündete Hauptcharaktere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Gegnerische Hauptcharaktere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Gegnergruppierungen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2FC27143-05EE-4293-B954-A1833CC1895E}"/>
              </a:ext>
            </a:extLst>
          </p:cNvPr>
          <p:cNvSpPr txBox="1"/>
          <p:nvPr/>
        </p:nvSpPr>
        <p:spPr>
          <a:xfrm>
            <a:off x="407094" y="4898311"/>
            <a:ext cx="1572017" cy="44627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900" b="1" dirty="0"/>
              <a:t>Game Animation</a:t>
            </a:r>
          </a:p>
          <a:p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Erstellung der Zwischensequenzen, Kampfsequenzen und Trailer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81DA2C64-55D6-4037-B85F-5B79B7B1CF09}"/>
              </a:ext>
            </a:extLst>
          </p:cNvPr>
          <p:cNvSpPr txBox="1"/>
          <p:nvPr/>
        </p:nvSpPr>
        <p:spPr>
          <a:xfrm>
            <a:off x="1002081" y="5591679"/>
            <a:ext cx="1639867" cy="44627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900" b="1" dirty="0"/>
              <a:t>Game Sound</a:t>
            </a:r>
          </a:p>
          <a:p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Erstellung der Trailer Musik und Soundauswahl bzw. Erstellung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F05697DC-79AA-4A81-8584-65FC0F091AE8}"/>
              </a:ext>
            </a:extLst>
          </p:cNvPr>
          <p:cNvSpPr txBox="1"/>
          <p:nvPr/>
        </p:nvSpPr>
        <p:spPr>
          <a:xfrm>
            <a:off x="2824612" y="2051399"/>
            <a:ext cx="1572016" cy="44627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900" b="1" dirty="0"/>
              <a:t>Game Design</a:t>
            </a:r>
          </a:p>
          <a:p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Ausarbeitung der Charakterstory und Hauptfaden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AFB533EB-05A3-41CD-9CB7-4C86B2E9D739}"/>
              </a:ext>
            </a:extLst>
          </p:cNvPr>
          <p:cNvSpPr txBox="1"/>
          <p:nvPr/>
        </p:nvSpPr>
        <p:spPr>
          <a:xfrm>
            <a:off x="3269292" y="2623421"/>
            <a:ext cx="1790173" cy="76944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900" b="1" dirty="0"/>
              <a:t>Game Art &amp; Programmierung</a:t>
            </a:r>
          </a:p>
          <a:p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Erstellung der Early Access Umgebungen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(Umgebung 1)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(Umgebung 2)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(Umgebung 3)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 etc.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3E154B9E-197B-435B-8A75-CAF95E51A1D3}"/>
              </a:ext>
            </a:extLst>
          </p:cNvPr>
          <p:cNvSpPr txBox="1"/>
          <p:nvPr/>
        </p:nvSpPr>
        <p:spPr>
          <a:xfrm>
            <a:off x="2824611" y="3518608"/>
            <a:ext cx="1572017" cy="33855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900" b="1" dirty="0"/>
              <a:t>Projektleitung</a:t>
            </a:r>
          </a:p>
          <a:p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Ausarbeitung der Monetarisierung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4E72481-FB6C-441F-A610-8125A79F1076}"/>
              </a:ext>
            </a:extLst>
          </p:cNvPr>
          <p:cNvSpPr txBox="1"/>
          <p:nvPr/>
        </p:nvSpPr>
        <p:spPr>
          <a:xfrm>
            <a:off x="3419597" y="3982908"/>
            <a:ext cx="1639867" cy="76944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900" b="1" dirty="0"/>
              <a:t>Game Art &amp; Programmierung</a:t>
            </a:r>
          </a:p>
          <a:p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Überarbeitung der Charaktere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Hauptcharakter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Verbündete Hauptcharaktere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Gegnerische Hauptcharaktere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Gegnergruppierungen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1263EE78-4FB4-4A19-86C2-87EC9F9214E0}"/>
              </a:ext>
            </a:extLst>
          </p:cNvPr>
          <p:cNvSpPr txBox="1"/>
          <p:nvPr/>
        </p:nvSpPr>
        <p:spPr>
          <a:xfrm>
            <a:off x="2824611" y="4898311"/>
            <a:ext cx="1821496" cy="55399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900" b="1" dirty="0"/>
              <a:t>Game Animation</a:t>
            </a:r>
          </a:p>
          <a:p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Überarbeitung und Ausarbeitung weiterer Zwischensequenzen, Kampfsequenzen und Fertigstellung des Trailer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E5C3F241-3A23-431D-9FE5-03AA763AD4F1}"/>
              </a:ext>
            </a:extLst>
          </p:cNvPr>
          <p:cNvSpPr txBox="1"/>
          <p:nvPr/>
        </p:nvSpPr>
        <p:spPr>
          <a:xfrm>
            <a:off x="3419598" y="5591679"/>
            <a:ext cx="1639867" cy="44627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900" b="1" dirty="0"/>
              <a:t>Game Sound</a:t>
            </a:r>
          </a:p>
          <a:p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Erstellung der eines Musikalbums zum Game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4FCEE07A-D655-42FC-B82D-294DE82FA47F}"/>
              </a:ext>
            </a:extLst>
          </p:cNvPr>
          <p:cNvSpPr/>
          <p:nvPr/>
        </p:nvSpPr>
        <p:spPr>
          <a:xfrm>
            <a:off x="5116876" y="1912027"/>
            <a:ext cx="2417516" cy="421389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167F5735-6B12-4622-BB14-9BAC9DBC1E71}"/>
              </a:ext>
            </a:extLst>
          </p:cNvPr>
          <p:cNvSpPr txBox="1"/>
          <p:nvPr/>
        </p:nvSpPr>
        <p:spPr>
          <a:xfrm>
            <a:off x="5234835" y="2051399"/>
            <a:ext cx="1892475" cy="5539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900" b="1" dirty="0"/>
              <a:t>Game Design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Ausarbeitung der Gesamtstory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Access Roadmap 3-5 Jahre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Überarbeitung des Gameplaysystem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11F56507-EA07-4E89-89C4-A9436C482C12}"/>
              </a:ext>
            </a:extLst>
          </p:cNvPr>
          <p:cNvSpPr txBox="1"/>
          <p:nvPr/>
        </p:nvSpPr>
        <p:spPr>
          <a:xfrm>
            <a:off x="5686808" y="2743436"/>
            <a:ext cx="1790173" cy="6617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900" b="1" dirty="0"/>
              <a:t>Game Programmierung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Überarbeitung des Gameplays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Beseitigung von Fehlern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Überarbeitung des Managements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 etc.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623496A7-04BD-40C0-AE49-8AE63A6C85D0}"/>
              </a:ext>
            </a:extLst>
          </p:cNvPr>
          <p:cNvSpPr txBox="1"/>
          <p:nvPr/>
        </p:nvSpPr>
        <p:spPr>
          <a:xfrm>
            <a:off x="5234835" y="3547050"/>
            <a:ext cx="1892475" cy="5539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900" b="1" dirty="0"/>
              <a:t>Game Art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Anpassungen der Umgebung und Chars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Erstellung von 2D Art Objekten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Beseitigung von Charakterfehlern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89680B32-17B6-401A-8F43-E6B7A59A63E0}"/>
              </a:ext>
            </a:extLst>
          </p:cNvPr>
          <p:cNvSpPr txBox="1"/>
          <p:nvPr/>
        </p:nvSpPr>
        <p:spPr>
          <a:xfrm>
            <a:off x="5686807" y="4236565"/>
            <a:ext cx="1790173" cy="5539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900" b="1" dirty="0"/>
              <a:t>Game Animation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Überarbeitung der Animationsfehler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Beseitigung von Fehlern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Erstellung neuer Animationen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4882FA56-8CA9-4F33-B0CB-68CA97D1FF5A}"/>
              </a:ext>
            </a:extLst>
          </p:cNvPr>
          <p:cNvSpPr txBox="1"/>
          <p:nvPr/>
        </p:nvSpPr>
        <p:spPr>
          <a:xfrm>
            <a:off x="5234834" y="4932457"/>
            <a:ext cx="1892475" cy="5539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900" b="1" dirty="0"/>
              <a:t>Game Shop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Fertigstellung des Musikalbums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Erstellung von 2D Art Objekten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Erstellung von 3D Art Objekten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F86BF471-3149-4DE7-8B02-8B1D9ACED612}"/>
              </a:ext>
            </a:extLst>
          </p:cNvPr>
          <p:cNvSpPr/>
          <p:nvPr/>
        </p:nvSpPr>
        <p:spPr>
          <a:xfrm>
            <a:off x="7534393" y="1912026"/>
            <a:ext cx="2223383" cy="421390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801C065C-D460-4BF7-B566-1FC090D5A143}"/>
              </a:ext>
            </a:extLst>
          </p:cNvPr>
          <p:cNvSpPr txBox="1"/>
          <p:nvPr/>
        </p:nvSpPr>
        <p:spPr>
          <a:xfrm>
            <a:off x="7652352" y="2044919"/>
            <a:ext cx="1892475" cy="55399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900" b="1" dirty="0"/>
              <a:t>Game Design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Vorstellung weiterer Pläne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939060F0-7849-4D6E-9AAC-DAF421790BD4}"/>
              </a:ext>
            </a:extLst>
          </p:cNvPr>
          <p:cNvSpPr txBox="1"/>
          <p:nvPr/>
        </p:nvSpPr>
        <p:spPr>
          <a:xfrm>
            <a:off x="8104325" y="2736956"/>
            <a:ext cx="1559505" cy="55399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900" b="1" dirty="0"/>
              <a:t>Game Programmierung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Vorstellung weiterer Pläne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 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3CD5DEAE-B1C1-403B-9AE5-41567C560B82}"/>
              </a:ext>
            </a:extLst>
          </p:cNvPr>
          <p:cNvSpPr txBox="1"/>
          <p:nvPr/>
        </p:nvSpPr>
        <p:spPr>
          <a:xfrm>
            <a:off x="7652352" y="3540570"/>
            <a:ext cx="1892475" cy="55399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900" b="1" dirty="0"/>
              <a:t>Game Art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Vorstellung weiterer Pläne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DBEF96E8-B36E-40CD-B28A-12EAF91A5EE8}"/>
              </a:ext>
            </a:extLst>
          </p:cNvPr>
          <p:cNvSpPr/>
          <p:nvPr/>
        </p:nvSpPr>
        <p:spPr>
          <a:xfrm>
            <a:off x="9757776" y="1912024"/>
            <a:ext cx="2223383" cy="421390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4294F613-A570-4189-B916-2C6AB2984AC3}"/>
              </a:ext>
            </a:extLst>
          </p:cNvPr>
          <p:cNvSpPr txBox="1"/>
          <p:nvPr/>
        </p:nvSpPr>
        <p:spPr>
          <a:xfrm>
            <a:off x="9875735" y="2038439"/>
            <a:ext cx="1892475" cy="5539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900" b="1" dirty="0"/>
              <a:t>Game Design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Vorstellung weiterer Pläne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2AAADB60-4A78-4C4D-AAB5-A328BDDC141F}"/>
              </a:ext>
            </a:extLst>
          </p:cNvPr>
          <p:cNvSpPr txBox="1"/>
          <p:nvPr/>
        </p:nvSpPr>
        <p:spPr>
          <a:xfrm>
            <a:off x="10327708" y="2730476"/>
            <a:ext cx="1559505" cy="5539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900" b="1" dirty="0"/>
              <a:t>Game Programmierung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Vorstellung weiterer Pläne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 </a:t>
            </a: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9F96F138-DA67-453B-A90A-549DBE79FF61}"/>
              </a:ext>
            </a:extLst>
          </p:cNvPr>
          <p:cNvSpPr txBox="1"/>
          <p:nvPr/>
        </p:nvSpPr>
        <p:spPr>
          <a:xfrm>
            <a:off x="9875735" y="3534090"/>
            <a:ext cx="1892475" cy="5539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900" b="1" dirty="0"/>
              <a:t>Game Art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Vorstellung weiterer Pläne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</a:t>
            </a:r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14507D23-16C7-41D7-A6C6-3EBAF8F4D5E0}"/>
              </a:ext>
            </a:extLst>
          </p:cNvPr>
          <p:cNvGrpSpPr/>
          <p:nvPr/>
        </p:nvGrpSpPr>
        <p:grpSpPr>
          <a:xfrm>
            <a:off x="7869470" y="1037759"/>
            <a:ext cx="1553227" cy="736228"/>
            <a:chOff x="838200" y="974727"/>
            <a:chExt cx="1553227" cy="736228"/>
          </a:xfrm>
        </p:grpSpPr>
        <p:sp>
          <p:nvSpPr>
            <p:cNvPr id="57" name="Titel 1">
              <a:extLst>
                <a:ext uri="{FF2B5EF4-FFF2-40B4-BE49-F238E27FC236}">
                  <a16:creationId xmlns:a16="http://schemas.microsoft.com/office/drawing/2014/main" id="{8BC860ED-F61F-49D1-872F-485DAB337D55}"/>
                </a:ext>
              </a:extLst>
            </p:cNvPr>
            <p:cNvSpPr txBox="1">
              <a:spLocks/>
            </p:cNvSpPr>
            <p:nvPr/>
          </p:nvSpPr>
          <p:spPr>
            <a:xfrm>
              <a:off x="838200" y="974727"/>
              <a:ext cx="1553227" cy="435386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de-DE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Jahr 4</a:t>
              </a:r>
            </a:p>
            <a:p>
              <a:pPr algn="ctr"/>
              <a:r>
                <a:rPr lang="de-DE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Early Access</a:t>
              </a:r>
            </a:p>
          </p:txBody>
        </p:sp>
        <p:cxnSp>
          <p:nvCxnSpPr>
            <p:cNvPr id="58" name="Gerade Verbindung mit Pfeil 57">
              <a:extLst>
                <a:ext uri="{FF2B5EF4-FFF2-40B4-BE49-F238E27FC236}">
                  <a16:creationId xmlns:a16="http://schemas.microsoft.com/office/drawing/2014/main" id="{4B7E4385-6E26-4913-A00A-81BC8A9A7AA0}"/>
                </a:ext>
              </a:extLst>
            </p:cNvPr>
            <p:cNvCxnSpPr>
              <a:cxnSpLocks/>
            </p:cNvCxnSpPr>
            <p:nvPr/>
          </p:nvCxnSpPr>
          <p:spPr>
            <a:xfrm>
              <a:off x="1614814" y="1416593"/>
              <a:ext cx="0" cy="294362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83971813-2025-45F0-8460-37FAE4E403A9}"/>
              </a:ext>
            </a:extLst>
          </p:cNvPr>
          <p:cNvGrpSpPr/>
          <p:nvPr/>
        </p:nvGrpSpPr>
        <p:grpSpPr>
          <a:xfrm>
            <a:off x="10045358" y="1037759"/>
            <a:ext cx="1553227" cy="736228"/>
            <a:chOff x="838200" y="974727"/>
            <a:chExt cx="1553227" cy="736228"/>
          </a:xfrm>
        </p:grpSpPr>
        <p:sp>
          <p:nvSpPr>
            <p:cNvPr id="60" name="Titel 1">
              <a:extLst>
                <a:ext uri="{FF2B5EF4-FFF2-40B4-BE49-F238E27FC236}">
                  <a16:creationId xmlns:a16="http://schemas.microsoft.com/office/drawing/2014/main" id="{0D60297D-22C4-493E-9A67-602DF8675496}"/>
                </a:ext>
              </a:extLst>
            </p:cNvPr>
            <p:cNvSpPr txBox="1">
              <a:spLocks/>
            </p:cNvSpPr>
            <p:nvPr/>
          </p:nvSpPr>
          <p:spPr>
            <a:xfrm>
              <a:off x="838200" y="974727"/>
              <a:ext cx="1553227" cy="435386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de-DE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Jahr 5</a:t>
              </a:r>
            </a:p>
            <a:p>
              <a:pPr algn="ctr"/>
              <a:r>
                <a:rPr lang="de-DE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Early Access</a:t>
              </a:r>
            </a:p>
          </p:txBody>
        </p:sp>
        <p:cxnSp>
          <p:nvCxnSpPr>
            <p:cNvPr id="61" name="Gerade Verbindung mit Pfeil 60">
              <a:extLst>
                <a:ext uri="{FF2B5EF4-FFF2-40B4-BE49-F238E27FC236}">
                  <a16:creationId xmlns:a16="http://schemas.microsoft.com/office/drawing/2014/main" id="{6FA7D365-3BAA-48B3-88FE-768BD36EF691}"/>
                </a:ext>
              </a:extLst>
            </p:cNvPr>
            <p:cNvCxnSpPr>
              <a:cxnSpLocks/>
            </p:cNvCxnSpPr>
            <p:nvPr/>
          </p:nvCxnSpPr>
          <p:spPr>
            <a:xfrm>
              <a:off x="1614814" y="1416593"/>
              <a:ext cx="0" cy="294362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50910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</Words>
  <Application>Microsoft Office PowerPoint</Application>
  <PresentationFormat>Breitbild</PresentationFormat>
  <Paragraphs>94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8" baseType="lpstr">
      <vt:lpstr>Arial</vt:lpstr>
      <vt:lpstr>Blackadder ITC</vt:lpstr>
      <vt:lpstr>Calibri</vt:lpstr>
      <vt:lpstr>Calibri Light</vt:lpstr>
      <vt:lpstr>Times New Roman</vt:lpstr>
      <vt:lpstr>Office</vt:lpstr>
      <vt:lpstr>PowerPoint-Präsentation</vt:lpstr>
      <vt:lpstr>Dhampir Roadmap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Frank-Peter Scheuer</dc:creator>
  <cp:lastModifiedBy>Frank-Peter Scheuer</cp:lastModifiedBy>
  <cp:revision>6</cp:revision>
  <dcterms:created xsi:type="dcterms:W3CDTF">2025-10-05T10:30:27Z</dcterms:created>
  <dcterms:modified xsi:type="dcterms:W3CDTF">2025-10-05T11:22:25Z</dcterms:modified>
</cp:coreProperties>
</file>